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Speech Enhancement and Noise Removal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55"/>
                </a:solidFill>
              </a:rPr>
              <a:t>Real-time DSP, CPU ONNX ML, hybrid processing, and virtual microphone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Windows desktop application for audio capture, enhancement, comparison, evaluation, and report generation.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Implemented with Python, PySide6, NumPy, SciPy, ONNX Runtime, sounddevice, and matplotlib.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Mode support: DSP, ML-enhanced, and hybrid ML-followed-by-DSP processing.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Academic fields shown as placeholders for names, roll numbers, institution, department, guide, and academic year.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Prepared for project review. Evidence is taken from the current workspace: source code, tests, evaluation results, plots, and build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Problem Statement, Motivation, and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Background noise reduces speech clarity in recorded and live audio.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Noise reduction must suppress noise while preserving speech; over-suppression can create distortion, pumping, ringing, or robotic artifacts.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Real-time software must avoid feedback loops, bounded-buffer overruns, and missed audio callbacks.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Objectives: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  • Capture microphone audio and support configurable devices.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  • Implement DSP, ML, and hybrid enhancement methods.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  • Compare methods using the same input audio.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  • Generate RMS, peak, SNR, RTF, plots, metrics, and PDF reports where available.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  • Route enhanced speech to a virtual microphone for meeting applications without using physical speakers by default.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Proposed Solution and 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508760" cy="594360"/>
          </a:xfrm>
          <a:prstGeom prst="roundRect">
            <a:avLst/>
          </a:prstGeom>
          <a:solidFill>
            <a:srgbClr val="2E6FA6"/>
          </a:solidFill>
          <a:ln>
            <a:solidFill>
              <a:srgbClr val="1F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Audio Input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14600" y="2011680"/>
            <a:ext cx="1508760" cy="594360"/>
          </a:xfrm>
          <a:prstGeom prst="roundRect">
            <a:avLst/>
          </a:prstGeom>
          <a:solidFill>
            <a:srgbClr val="2E6FA6"/>
          </a:solidFill>
          <a:ln>
            <a:solidFill>
              <a:srgbClr val="1F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Preprocess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2011680"/>
            <a:ext cx="1508760" cy="594360"/>
          </a:xfrm>
          <a:prstGeom prst="roundRect">
            <a:avLst/>
          </a:prstGeom>
          <a:solidFill>
            <a:srgbClr val="2E6FA6"/>
          </a:solidFill>
          <a:ln>
            <a:solidFill>
              <a:srgbClr val="1F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Enhancement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59" y="2011680"/>
            <a:ext cx="1508760" cy="594360"/>
          </a:xfrm>
          <a:prstGeom prst="roundRect">
            <a:avLst/>
          </a:prstGeom>
          <a:solidFill>
            <a:srgbClr val="2E6FA6"/>
          </a:solidFill>
          <a:ln>
            <a:solidFill>
              <a:srgbClr val="1F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Postprocess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011680"/>
            <a:ext cx="1508760" cy="594360"/>
          </a:xfrm>
          <a:prstGeom prst="roundRect">
            <a:avLst/>
          </a:prstGeom>
          <a:solidFill>
            <a:srgbClr val="2E6FA6"/>
          </a:solidFill>
          <a:ln>
            <a:solidFill>
              <a:srgbClr val="1F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2011680"/>
            <a:ext cx="1508760" cy="594360"/>
          </a:xfrm>
          <a:prstGeom prst="roundRect">
            <a:avLst/>
          </a:prstGeom>
          <a:solidFill>
            <a:srgbClr val="2E6FA6"/>
          </a:solidFill>
          <a:ln>
            <a:solidFill>
              <a:srgbClr val="1F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Virtual path: enhanced speech -&gt; virtual audio render endpoint -&gt; virtual capture endpoint -&gt; meeting application microphone input.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Physical speakers/headphones are a separate optional monitoring path; they are disabled by default to reduce acoustic feedback.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Implemented in code and tested as software: capture, DSP, ML, hybrid offline, buffering, metrics, reports. Physically unverified: virtual meeting app pairing and acoustic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Technology Stack and Implementation Modules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33963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Technologies / modules verified in code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200"/>
                        <a:t>Language and GUI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Python; PySide6 (QMainWindow, tabs, sliders, status widgets)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200"/>
                        <a:t>Numerical / 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NumPy, SciPy, STFT/ISTFT, spectral gain processing, FFT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200"/>
                        <a:t>Audio I/O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sounddevice, soundfile, PortAudio callbacks, CPU audio streaming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200"/>
                        <a:t>Machine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ONNX Runtime, V3 CNN ONNX model, WAV/STFT preprocessing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200"/>
                        <a:t>Visualization / reports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matplotlib, matplotlib FigureCanvas, metrics, plots, PDF report generation</a:t>
                      </a:r>
                    </a:p>
                  </a:txBody>
                  <a:tcPr/>
                </a:tc>
              </a:tr>
              <a:tr h="339636">
                <a:tc>
                  <a:txBody>
                    <a:bodyPr/>
                    <a:lstStyle/>
                    <a:p>
                      <a:r>
                        <a:rPr sz="1200"/>
                        <a:t>Quality / packaging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pytest, psutil, PyInstaller executable build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11480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22222"/>
                </a:solidFill>
              </a:defRPr>
            </a:pPr>
            <a:r>
              <a:t>Modules: devices.py, engine.py, recording.py, pipeline.py, v41_reducer.py, enhancer.py, workflow.py, metrics.py, main_window.py.</a:t>
            </a:r>
          </a:p>
          <a:p>
            <a:pPr>
              <a:spcAft>
                <a:spcPts val="400"/>
              </a:spcAft>
              <a:defRPr sz="1500">
                <a:solidFill>
                  <a:srgbClr val="222222"/>
                </a:solidFill>
              </a:defRPr>
            </a:pPr>
            <a:r>
              <a:t>Core runtime flow: configuration -&gt; GUI -&gt; AudioEngine -&gt; InputStream/OutputStream -&gt; processing worker -&gt; EnhancementPipeline / MLEnhancer.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DSP-Based Speech Enhancement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The project includes V4.1 spectral noise reduction, adapted for streaming.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Processing stages: frame/window analysis, noise estimate, speech/noise detection, Wiener gain, gain smoothing, spectral reconstruction, clipping protection.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Noise power and previous gain are maintained as reducer state.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Enhancement strength is controlled by noise reduction and voice preservation parameters.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DSP works on CPU and does not require model inference.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Offline synthetic evaluation reported DSP RTF = 0.0109 for 3.0 seconds of audio.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Limitations: V4.1 is partly utterance-oriented; live processing depends on chunk size, buffer condition, and the quality of the noise estimate.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Machine-Learning and Hybrid Enhancement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Machine learning uses a CPU ONNX V3 model discovered from the bundled models directory.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Model contract verified from checkpoint and ONNX metadata: 16 kHz, 512 FFT / 256 hop, 257 frequency bins, normalized magnitude input, normalized enhanced magnitude output.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Preprocessing: resample to 16 kHz, STFT, magnitude extraction, normalization; postprocessing: inference, inverse scaling, phase reuse, inverse STFT, output length restoration, clipping protection.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Hybrid mode performs ML enhancement first and then applies DSP enhancement to the ML result (verified in workflow.py).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All reported SNR gains come from synthetic clean-speech plus noise tests; subjective quality and clean-speech reference measurements remain necessary for stronger claims.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Application GUI and Real-Time Audio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The GUI has device selection, method selection, noise-reduction and voice-preservation controls, level meters, start/stop controls, recording/analysis, plots, and status text.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Live route: physical microphone -&gt; one capture stream -&gt; enhancement worker -&gt; one virtual audio destination.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Optional monitoring route: enhanced output -&gt; headphones or speakers only when enabled. This is disabled by default to reduce acoustic feedback.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Virtual playback/render endpoint and the corresponding virtual recording/capture endpoint are not the same device; both are shown with actual device names.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Diagnostics include selected/actual device identifiers, sample rate, channels, peak, RMS, latency, queue depth, underflows, overflows, model status, and errors.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Meeting-app integration concept: enhanced speech -&gt; virtual render endpoint -&gt; virtual capture endpoint -&gt; Google Meet/Teams/Zoom microphone selection.</a:t>
            </a:r>
          </a:p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Not physically verified in this workspace.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Experimental Setup and Evaluation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Evaluation script uses 3.0 seconds of synthetic speech at 16 kHz.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Noise cases: white (10 dB target SNR), babble (8 dB), changing (12 dB).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Each configured mode receives the same noisy input for a controlled comparison.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Offline metrics: RMS, peak amplitude, SNR, SNR improvement, processing time, and real-time factor.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Automated tests: 17 passed in the current workspace.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Missing/unverified support: clean live-speech reference, physical microphone tests, subjective listening tests, and meeting-application tests.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Results, Comparison Graphs, and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645920"/>
          <a:ext cx="103327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  <a:gridCol w="1722120"/>
                <a:gridCol w="1722120"/>
                <a:gridCol w="1722120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Noisy SNR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DSP SNR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ML SNR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DSP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ML gain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10.542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13.920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+0.542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+3.920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/>
                        <a:t>Babble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8.632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+0.632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+4.130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/>
                        <a:t>Changing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14.944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+2.944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38328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DSP RTF in the synthetic evaluation: 0.0109. ML average processing time: 0.0740 s per 3.0 s block.</a:t>
            </a:r>
          </a:p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Lower RMS or lower SNR does not automatically prove better intelligibility; speech preservation requires listening tests.</a:t>
            </a:r>
          </a:p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SNR values use the synthetic clean reference generated by the evaluation script, not a live microphone recording.</a:t>
            </a:r>
          </a:p>
        </p:txBody>
      </p:sp>
      <p:pic>
        <p:nvPicPr>
          <p:cNvPr id="5" name="Picture 4" descr="sn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0"/>
            <a:ext cx="4754880" cy="2194560"/>
          </a:xfrm>
          <a:prstGeom prst="rect">
            <a:avLst/>
          </a:prstGeom>
        </p:spPr>
      </p:pic>
      <p:pic>
        <p:nvPicPr>
          <p:cNvPr id="6" name="Picture 5" descr="waveform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4297680"/>
            <a:ext cx="5303520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Testing, Validation, and Current Status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Audio 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Implemented and tested at code/interface level; physical 30-s recording reported in project status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DSP enhancement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Implemented; offline synthetic test and synthetic-data results available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ML enhancement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Implemented; offline synthetic test and synthetic-data results available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Hybrid enhancement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Implemented in offline workflow (ML then DSP)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Virtual microphone 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Implemented in software; hardware/meeting-app pairing unverified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GUI controls/status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Implemented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CSV metrics/plots/PDF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Implemented with generated plots and reports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Automated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17 passed in current workspace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Physical/meeting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Not verified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Limitations, Challenges, and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Physical microphone quality, room noise, acoustic feedback, and speaker use are not validated here.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No software acoustic echo cancellation is implemented; headphones are recommended for monitoring.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ML and hybrid enhancement use buffered chunks and introduce latency.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Only synthetic speech with white, babble, and changing noise was used for reported SNR comparisons.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PESQ/STOI are available only when optional dependencies are installed.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Future work: better speech preservation, reliable real-time processing, thorough ML/hybrid evaluation, virtual-microphone verification, stable packaging, and automated tests.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57"/>
                </a:solidFill>
              </a:rPr>
              <a:t>Conclusion and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The project addresses speech enhancement in noisy environments using DSP, V3 ONNX ML, and Hybrid processing.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It includes a PySide6 GUI, offline comparison, metrics, reports, and virtual-microphone routing.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Available evidence shows synthetic-data SNR improvements and fast DSP runtime, but not full physical or meeting-app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The most important remaining work is acoustic/physical testing and verification of meeting software routing.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Thank You /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